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 Mermaid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Your Name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Wednesday, July 30,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 Mermaid Presentation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Brief introduction to your presentation topic.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Describe the challenge or opportunity you’re addressing.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flowchart TD
    A[Identify Problem] --&gt; B[Research Solutions]
    B --&gt; C[Design Approach]
    C --&gt; D[Implement Solution]
    D --&gt; E[Test &amp; Validate]
    E --&gt; F[Deploy &amp; Monitor]
    style A fill:#e1f5fe
    style F fill:#c8e6c9</a:t>
            </a:r>
          </a:p>
          <a:p>
            <a:pPr lvl="0" indent="0" marL="0">
              <a:buNone/>
            </a:pPr>
            <a:r>
              <a:rPr/>
              <a:t>High-level approach to solving the problem.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graph TB
    subgraph "Frontend"
        UI[User Interface]
        Router[Router]
    end
    subgraph "Backend"
        API[API Layer]
        BL[Business Logic]
        Auth[Authentication]
    end
    subgraph "Data Layer"
        DB[(Database)]
        Cache[(Cache)]
    end
    UI --&gt; Router
    Router --&gt; API
    API --&gt; Auth
    API --&gt; BL
    BL --&gt; DB
    BL --&gt; Cache
    style UI fill:#e3f2fd
    style API fill:#fff3e0
    style DB fill:#f3e5f5</a:t>
            </a:r>
          </a:p>
          <a:p>
            <a:pPr lvl="0" indent="0" marL="0">
              <a:buNone/>
            </a:pPr>
            <a:r>
              <a:rPr/>
              <a:t>System components and their relationships.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Features</a:t>
            </a:r>
          </a:p>
          <a:p>
            <a:pPr lvl="0"/>
            <a:r>
              <a:rPr/>
              <a:t>Feature 1: Description</a:t>
            </a:r>
          </a:p>
          <a:p>
            <a:pPr lvl="0"/>
            <a:r>
              <a:rPr/>
              <a:t>Feature 2: Description</a:t>
            </a:r>
          </a:p>
          <a:p>
            <a:pPr lvl="0"/>
            <a:r>
              <a:rPr/>
              <a:t>Feature 3: Description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Technical Stack</a:t>
            </a:r>
          </a:p>
          <a:p>
            <a:pPr lvl="0"/>
            <a:r>
              <a:rPr/>
              <a:t>Frontend: Technology choice</a:t>
            </a:r>
          </a:p>
          <a:p>
            <a:pPr lvl="0"/>
            <a:r>
              <a:rPr/>
              <a:t>Backend: Technology choice</a:t>
            </a:r>
          </a:p>
          <a:p>
            <a:pPr lvl="0"/>
            <a:r>
              <a:rPr/>
              <a:t>Database: Technology choice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Metrics</a:t>
            </a:r>
          </a:p>
          <a:p>
            <a:pPr lvl="0"/>
            <a:r>
              <a:rPr/>
              <a:t>Metric 1: Improvement</a:t>
            </a:r>
          </a:p>
          <a:p>
            <a:pPr lvl="0"/>
            <a:r>
              <a:rPr/>
              <a:t>Metric 2: Improvement</a:t>
            </a:r>
          </a:p>
          <a:p>
            <a:pPr lvl="0"/>
            <a:r>
              <a:rPr/>
              <a:t>Metric 3: Improvement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Next Steps</a:t>
            </a:r>
          </a:p>
          <a:p>
            <a:pPr lvl="0" indent="-342900" marL="342900">
              <a:buAutoNum type="arabicPeriod"/>
            </a:pPr>
            <a:r>
              <a:rPr/>
              <a:t>Future enhancement 1</a:t>
            </a:r>
          </a:p>
          <a:p>
            <a:pPr lvl="0" indent="-342900" marL="342900">
              <a:buAutoNum type="arabicPeriod"/>
            </a:pPr>
            <a:r>
              <a:rPr/>
              <a:t>Future enhancement 2</a:t>
            </a:r>
          </a:p>
          <a:p>
            <a:pPr lvl="0" indent="-342900" marL="342900">
              <a:buAutoNum type="arabicPeriod"/>
            </a:pPr>
            <a:r>
              <a:rPr/>
              <a:t>Future enhancement 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Contact:</a:t>
            </a:r>
            <a:r>
              <a:rPr/>
              <a:t> your.email@example.com</a:t>
            </a:r>
            <a:br/>
            <a:r>
              <a:rPr b="1"/>
              <a:t>Date:</a:t>
            </a:r>
            <a:r>
              <a:rPr/>
              <a:t> Wednesday, July 30, 2025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Mermaid Presentation</dc:title>
  <dc:creator>Your Name</dc:creator>
  <cp:keywords/>
  <dcterms:created xsi:type="dcterms:W3CDTF">2025-08-15T15:41:11Z</dcterms:created>
  <dcterms:modified xsi:type="dcterms:W3CDTF">2025-08-15T15:41:11Z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Wednesday, July 30, 2025</vt:lpwstr>
  </property>
  <property fmtid="{D5CDD505-2E9C-101B-9397-08002B2CF9AE}" pid="3" name="theme">
    <vt:lpwstr>technical</vt:lpwstr>
  </property>
</Properties>
</file>