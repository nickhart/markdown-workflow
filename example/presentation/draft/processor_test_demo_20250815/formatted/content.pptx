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Processor Test Demo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John Smith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Friday, August 15,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Processor Test Demo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Brief introduction to your presentation topic.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Describe the challenge or opportunity you’re addressing.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Overview</a:t>
            </a:r>
          </a:p>
        </p:txBody>
      </p:sp>
      <p:pic>
        <p:nvPicPr>
          <p:cNvPr descr="../assets/solution-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25700"/>
            <a:ext cx="8229600" cy="43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solution-overview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High-level approach to solving the problem.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components and their relationships.</a:t>
            </a:r>
          </a:p>
        </p:txBody>
      </p:sp>
      <p:pic>
        <p:nvPicPr>
          <p:cNvPr descr="../assets/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13400" y="1193800"/>
            <a:ext cx="210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architecture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</a:t>
            </a:r>
          </a:p>
          <a:p>
            <a:pPr lvl="0"/>
            <a:r>
              <a:rPr/>
              <a:t>Feature 1: Description</a:t>
            </a:r>
          </a:p>
          <a:p>
            <a:pPr lvl="0"/>
            <a:r>
              <a:rPr/>
              <a:t>Feature 2: Description</a:t>
            </a:r>
          </a:p>
          <a:p>
            <a:pPr lvl="0"/>
            <a:r>
              <a:rPr/>
              <a:t>Feature 3: Description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Technical Stack</a:t>
            </a:r>
          </a:p>
          <a:p>
            <a:pPr lvl="0"/>
            <a:r>
              <a:rPr/>
              <a:t>Frontend: Technology choice</a:t>
            </a:r>
          </a:p>
          <a:p>
            <a:pPr lvl="0"/>
            <a:r>
              <a:rPr/>
              <a:t>Backend: Technology choice</a:t>
            </a:r>
          </a:p>
          <a:p>
            <a:pPr lvl="0"/>
            <a:r>
              <a:rPr/>
              <a:t>Database: Technology choice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Metrics</a:t>
            </a:r>
          </a:p>
          <a:p>
            <a:pPr lvl="0"/>
            <a:r>
              <a:rPr/>
              <a:t>Metric 1: Improvement</a:t>
            </a:r>
          </a:p>
          <a:p>
            <a:pPr lvl="0"/>
            <a:r>
              <a:rPr/>
              <a:t>Metric 2: Improvement</a:t>
            </a:r>
          </a:p>
          <a:p>
            <a:pPr lvl="0"/>
            <a:r>
              <a:rPr/>
              <a:t>Metric 3: Improvement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Next Steps</a:t>
            </a:r>
          </a:p>
          <a:p>
            <a:pPr lvl="0" indent="-342900" marL="342900">
              <a:buAutoNum type="arabicPeriod"/>
            </a:pPr>
            <a:r>
              <a:rPr/>
              <a:t>Future enhancement 1</a:t>
            </a:r>
          </a:p>
          <a:p>
            <a:pPr lvl="0" indent="-342900" marL="342900">
              <a:buAutoNum type="arabicPeriod"/>
            </a:pPr>
            <a:r>
              <a:rPr/>
              <a:t>Future enhancement 2</a:t>
            </a:r>
          </a:p>
          <a:p>
            <a:pPr lvl="0" indent="-342900" marL="342900">
              <a:buAutoNum type="arabicPeriod"/>
            </a:pPr>
            <a:r>
              <a:rPr/>
              <a:t>Future enhancement 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Contact:</a:t>
            </a:r>
            <a:r>
              <a:rPr/>
              <a:t> john.smith@example.com </a:t>
            </a:r>
            <a:r>
              <a:rPr b="1"/>
              <a:t>Date:</a:t>
            </a:r>
            <a:r>
              <a:rPr/>
              <a:t> Friday, August 15, 2025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Processor Test Demo</dc:title>
  <dc:creator>John Smith</dc:creator>
  <cp:keywords/>
  <dcterms:created xsi:type="dcterms:W3CDTF">2025-08-15T16:05:32Z</dcterms:created>
  <dcterms:modified xsi:type="dcterms:W3CDTF">2025-08-15T16:05:32Z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Friday, August 15, 2025</vt:lpwstr>
  </property>
  <property fmtid="{D5CDD505-2E9C-101B-9397-08002B2CF9AE}" pid="3" name="theme">
    <vt:lpwstr>technical</vt:lpwstr>
  </property>
</Properties>
</file>